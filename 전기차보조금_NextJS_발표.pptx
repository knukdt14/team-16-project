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Streamlit은 서버 재실행 모델이라 매 상호작용이 느리고 커스텀 인터랙션이 어렵다. Next.js는 클라이언트 반응형이라 즉각적이고 부드러운, 실제 서비스 수준의 UX를 만들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기능은 브라우저 네이티브 기술이라 Streamlit에서는 원천적으로 불가. 여기서 실제 화면으로 음성 대화 → 지도 애니메이션 → 앱 설치 순으로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도전 4가지: (1) 금액 환각을 막기 위해 금액은 조회값만, LLM은 설명만. (2) Upstage API + 로컬 폴백 이중화. (3) ESM 라이브러리 트랜스파일. (4) standalone + Docker로 재현성 확보.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기술 선택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Streamlit이 아니라 Next.js인가?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49047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데이터를 '보여주는 도구'가 아니라, 사용자가 '탐색하는 제품'을 만들었습니다.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3695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team-16-project · 2026 전기차 보조금 상담 AI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2578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508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569464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Streamlit  ·  다른 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3232" y="3108960"/>
            <a:ext cx="4745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한 번에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서버가 스크립트 전체를 재실행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3232" y="3794760"/>
            <a:ext cx="4745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반응이 느리고 화면이 끊김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커스텀 인터랙션·3D·음성 구현이 사실상 불가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76695" y="2331720"/>
            <a:ext cx="525780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456F0"/>
            </a:solidFill>
            <a:prstDash val="solid"/>
          </a:ln>
          <a:effectLst>
            <a:outerShdw sx="100000" sy="100000" kx="0" ky="0" algn="bl" rotWithShape="0" blurRad="76200" dist="508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732727" y="2569464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  ·  우리 팀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732727" y="3108960"/>
            <a:ext cx="4745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컴포넌트만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브라우저에서 즉시 렌더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732727" y="3794760"/>
            <a:ext cx="4745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즉각 반응·부드러운 인터랙션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실제 서비스 수준의 UX와 확장성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97296" y="3342132"/>
            <a:ext cx="594360" cy="59436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6" name="Text 14"/>
          <p:cNvSpPr/>
          <p:nvPr/>
        </p:nvSpPr>
        <p:spPr>
          <a:xfrm>
            <a:off x="5797296" y="334213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166360"/>
            <a:ext cx="11277295" cy="868680"/>
          </a:xfrm>
          <a:prstGeom prst="rect">
            <a:avLst/>
          </a:prstGeom>
          <a:solidFill>
            <a:srgbClr val="F2F3F5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5166360"/>
            <a:ext cx="107286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Streamlit = 서버 재실행 모델 / Next.js = 클라이언트 반응형 — 즉각성과 UX의 차이가 여기서 갈립니다.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차별점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Streamlit으로는 불가능한 기능들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49047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구성이 아니라 '기술'의 차이 — 모두 브라우저 네이티브 API로 구현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3695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team-16-project · 2026 전기차 보조금 상담 AI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3576218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508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624328"/>
            <a:ext cx="566928" cy="566928"/>
          </a:xfrm>
          <a:prstGeom prst="rect">
            <a:avLst/>
          </a:prstGeom>
          <a:solidFill>
            <a:srgbClr val="1456F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24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3383280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STT + TTS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3666744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음성 대화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4233672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말로 질문하면 음성인식으로 전송(STT), 챗봇 답변을 음성으로 낭독(TTS). 브라우저 Web Speech API.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07738" y="2331720"/>
            <a:ext cx="3576218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508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82058" y="2624328"/>
            <a:ext cx="566928" cy="566928"/>
          </a:xfrm>
          <a:prstGeom prst="rect">
            <a:avLst/>
          </a:prstGeom>
          <a:solidFill>
            <a:srgbClr val="1456F0"/>
          </a:solidFill>
          <a:ln/>
        </p:spPr>
      </p:sp>
      <p:sp>
        <p:nvSpPr>
          <p:cNvPr id="15" name="Text 13"/>
          <p:cNvSpPr/>
          <p:nvPr/>
        </p:nvSpPr>
        <p:spPr>
          <a:xfrm>
            <a:off x="4582058" y="2624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582058" y="3383280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three.js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82058" y="3666744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3D · 인터랙티브 지도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82058" y="4233672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WebGL 3D 지도 + 시·군·구 실시간 하이라이트. 금액이 확정되면 숫자 카운트업 애니메이션.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58277" y="2331720"/>
            <a:ext cx="3576218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508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32597" y="2624328"/>
            <a:ext cx="566928" cy="566928"/>
          </a:xfrm>
          <a:prstGeom prst="rect">
            <a:avLst/>
          </a:prstGeom>
          <a:solidFill>
            <a:srgbClr val="1456F0"/>
          </a:solidFill>
          <a:ln/>
        </p:spPr>
      </p:sp>
      <p:sp>
        <p:nvSpPr>
          <p:cNvPr id="21" name="Text 19"/>
          <p:cNvSpPr/>
          <p:nvPr/>
        </p:nvSpPr>
        <p:spPr>
          <a:xfrm>
            <a:off x="8432597" y="2624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432597" y="3383280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Service Worker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32597" y="3666744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PWA 설치형 앱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432597" y="4233672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화면에 앱처럼 설치하고, 오프라인 캐싱으로 네트워크 없이도 실행.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440680"/>
            <a:ext cx="11277295" cy="621792"/>
          </a:xfrm>
          <a:prstGeom prst="rect">
            <a:avLst/>
          </a:prstGeom>
          <a:solidFill>
            <a:srgbClr val="1456F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5440680"/>
            <a:ext cx="112772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  지금부터 라이브 시연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기술적 도전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기술적 도전과 해결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49047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→ 해결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3695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team-16-project · 2026 전기차 보조금 상담 AI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50148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508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606040"/>
            <a:ext cx="640080" cy="640080"/>
          </a:xfrm>
          <a:prstGeom prst="rect">
            <a:avLst/>
          </a:prstGeom>
          <a:solidFill>
            <a:srgbClr val="1456F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606040"/>
            <a:ext cx="412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 환각(hallucination) 방지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3355848"/>
            <a:ext cx="49528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LLM이 금액을 생성하면 틀림. 금액은 CSV 조회값만 사용하고, LLM은 '왜 그 금액인지'만 설명하도록 역할을 분리.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3008" y="2331720"/>
            <a:ext cx="550148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508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07328" y="2606040"/>
            <a:ext cx="640080" cy="640080"/>
          </a:xfrm>
          <a:prstGeom prst="rect">
            <a:avLst/>
          </a:prstGeom>
          <a:solidFill>
            <a:srgbClr val="1456F0"/>
          </a:solidFill>
          <a:ln/>
        </p:spPr>
      </p:sp>
      <p:sp>
        <p:nvSpPr>
          <p:cNvPr id="14" name="Text 12"/>
          <p:cNvSpPr/>
          <p:nvPr/>
        </p:nvSpPr>
        <p:spPr>
          <a:xfrm>
            <a:off x="6507328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30288" y="2606040"/>
            <a:ext cx="412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이중화 + 폴백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07328" y="3355848"/>
            <a:ext cx="49528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Upstage Solar API를 기본으로, 키가 없으면 로컬 모델로 자동 전환. 팀원마다 다른 환경에서도 동작.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297680"/>
            <a:ext cx="550148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508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4572000"/>
            <a:ext cx="640080" cy="640080"/>
          </a:xfrm>
          <a:prstGeom prst="rect">
            <a:avLst/>
          </a:prstGeom>
          <a:solidFill>
            <a:srgbClr val="1456F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4572000"/>
            <a:ext cx="412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ESM 라이브러리 빌드 충돌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31520" y="5321808"/>
            <a:ext cx="49528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react-simple-maps·d3가 Next에서 빌드 크래시. next.config의 transpilePackages로 트랜스파일해 해결.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3008" y="4297680"/>
            <a:ext cx="550148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508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07328" y="4572000"/>
            <a:ext cx="640080" cy="640080"/>
          </a:xfrm>
          <a:prstGeom prst="rect">
            <a:avLst/>
          </a:prstGeom>
          <a:solidFill>
            <a:srgbClr val="1456F0"/>
          </a:solidFill>
          <a:ln/>
        </p:spPr>
      </p:sp>
      <p:sp>
        <p:nvSpPr>
          <p:cNvPr id="24" name="Text 22"/>
          <p:cNvSpPr/>
          <p:nvPr/>
        </p:nvSpPr>
        <p:spPr>
          <a:xfrm>
            <a:off x="6507328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330288" y="4572000"/>
            <a:ext cx="412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 가능한 배포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507328" y="5321808"/>
            <a:ext cx="49528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output: standalone + Docker 컨테이너화로 프론트·백엔드를 어디서나 동일하게 실행.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2026-08-07T01:35:14Z</dcterms:created>
  <dcterms:modified xsi:type="dcterms:W3CDTF">2026-08-07T01:35:14Z</dcterms:modified>
</cp:coreProperties>
</file>