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Streamlit은 서버 재실행 모델이라 매 상호작용이 느리고 커스텀 인터랙션이 어렵다. Next.js는 클라이언트 반응형이라 즉각적이고 부드러운, 실제 서비스 수준의 UX를 만들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기능은 브라우저 네이티브 기술이라 Streamlit에서는 원천적으로 불가. 여기서 실제 화면으로 음성 대화 → 지도 애니메이션 → 앱 설치 순으로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도전 4가지: (1) 금액 환각을 막기 위해 금액은 조회값만, LLM은 설명만. (2) Upstage API + 로컬 폴백 이중화. (3) ESM 라이브러리 트랜스파일. (4) standalone + Docker로 재현성 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16  ·  전기차 구매보조금 상담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Streamlit이 아니라
</a:t>
            </a:r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인가?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'보여주는 도구'가 아니라, 사용자가 '탐색하는 제품'을 만들었습니다.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074920" cy="2514600"/>
          </a:xfrm>
          <a:prstGeom prst="roundRect">
            <a:avLst>
              <a:gd name="adj" fmla="val 4364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813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다른 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43251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한 번에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스크립트 전체를 재실행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반응이 느리고 화면이 끊김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커스텀 인터랙션·3D·음성 구현이 사실상 불가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73952" y="3611880"/>
            <a:ext cx="5074920" cy="2514600"/>
          </a:xfrm>
          <a:prstGeom prst="roundRect">
            <a:avLst>
              <a:gd name="adj" fmla="val 4364"/>
            </a:avLst>
          </a:prstGeom>
          <a:solidFill>
            <a:srgbClr val="112A22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02552" y="3813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우리 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02552" y="43251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컴포넌트만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즉시 렌더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02552" y="50292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즉각 반응·부드러운 인터랙션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실제 서비스 수준의 UX와 확장성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42432" y="4503420"/>
            <a:ext cx="731520" cy="73152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0B0F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45034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Streamlit으로는 불가능한 기능들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구성이 아니라 '기술'의 차이 — 모두 브라우저 네이티브 API로 구현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66490" cy="3566160"/>
          </a:xfrm>
          <a:prstGeom prst="roundRect">
            <a:avLst>
              <a:gd name="adj" fmla="val 2638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914400" cy="914400"/>
          </a:xfrm>
          <a:prstGeom prst="ellipse">
            <a:avLst/>
          </a:prstGeom>
          <a:solidFill>
            <a:srgbClr val="112A22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826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+ TTS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493008"/>
            <a:ext cx="2826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대화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8264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말로 질문하면 음성인식으로 전송(STT), 챗봇 답변을 음성으로 낭독(TTS). 브라우저 Web Speech API.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2602" y="1828800"/>
            <a:ext cx="3466490" cy="3566160"/>
          </a:xfrm>
          <a:prstGeom prst="roundRect">
            <a:avLst>
              <a:gd name="adj" fmla="val 2638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2642" y="2148840"/>
            <a:ext cx="914400" cy="914400"/>
          </a:xfrm>
          <a:prstGeom prst="ellipse">
            <a:avLst/>
          </a:prstGeom>
          <a:solidFill>
            <a:srgbClr val="112A22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2642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82642" y="3200400"/>
            <a:ext cx="2826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2642" y="3493008"/>
            <a:ext cx="2826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· 인터랙티브 지도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2642" y="4114800"/>
            <a:ext cx="28264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3D 지도 + 시·군·구 실시간 하이라이트. 금액이 확정되면 숫자 카운트업 애니메이션.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85125" y="1828800"/>
            <a:ext cx="3466490" cy="3566160"/>
          </a:xfrm>
          <a:prstGeom prst="roundRect">
            <a:avLst>
              <a:gd name="adj" fmla="val 2638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5165" y="2148840"/>
            <a:ext cx="914400" cy="914400"/>
          </a:xfrm>
          <a:prstGeom prst="ellipse">
            <a:avLst/>
          </a:prstGeom>
          <a:solidFill>
            <a:srgbClr val="112A22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5165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05165" y="3200400"/>
            <a:ext cx="2826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05165" y="3493008"/>
            <a:ext cx="2826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설치형 앱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05165" y="4114800"/>
            <a:ext cx="28264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화면에 앱처럼 설치하고, 오프라인 캐싱으로 네트워크 없이도 실행.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78808" y="5806440"/>
            <a:ext cx="3840480" cy="6583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78808" y="5806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지금부터 라이브 시연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도전과 해결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→  해결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27752" cy="2084832"/>
          </a:xfrm>
          <a:prstGeom prst="roundRect">
            <a:avLst>
              <a:gd name="adj" fmla="val 4386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214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74520" y="2139696"/>
            <a:ext cx="3773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환각(hallucination) 방지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907792"/>
            <a:ext cx="464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금액을 생성하면 틀림. 금액은 CSV 조회값만 사용하고, LLM은 '왜 그 금액인지'만 설명하도록 역할을 분리.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1828800"/>
            <a:ext cx="5327752" cy="2084832"/>
          </a:xfrm>
          <a:prstGeom prst="roundRect">
            <a:avLst>
              <a:gd name="adj" fmla="val 4386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43904" y="21214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8304" y="2139696"/>
            <a:ext cx="3773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이중화 + 폴백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71336" y="2907792"/>
            <a:ext cx="464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Upstage Solar API를 기본으로, 키가 없으면 로컬 모델로 자동 전환. 팀원마다 다른 환경에서도 동작.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9664"/>
            <a:ext cx="5327752" cy="2084832"/>
          </a:xfrm>
          <a:prstGeom prst="roundRect">
            <a:avLst>
              <a:gd name="adj" fmla="val 4386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46227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74520" y="4480560"/>
            <a:ext cx="3773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라이브러리 빌드 충돌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7552" y="5248656"/>
            <a:ext cx="464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react-simple-maps·d3가 Next에서 빌드 크래시. next.config의 transpilePackages로 트랜스파일해 해결.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3864" y="4169664"/>
            <a:ext cx="5327752" cy="2084832"/>
          </a:xfrm>
          <a:prstGeom prst="roundRect">
            <a:avLst>
              <a:gd name="adj" fmla="val 4386"/>
            </a:avLst>
          </a:prstGeom>
          <a:solidFill>
            <a:srgbClr val="161D29"/>
          </a:solidFill>
          <a:ln w="12700">
            <a:solidFill>
              <a:srgbClr val="26303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43904" y="446227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8304" y="4480560"/>
            <a:ext cx="3773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배포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5248656"/>
            <a:ext cx="464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standalone + Docker 컨테이너화로 프론트·백엔드를 어디서나 동일하게 실행.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2026-08-07T01:17:58Z</dcterms:created>
  <dcterms:modified xsi:type="dcterms:W3CDTF">2026-08-07T01:17:58Z</dcterms:modified>
</cp:coreProperties>
</file>